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ибыль и прогноз" id="{9F4F6EE6-E04D-49A1-BF45-038EE5C36ED4}">
          <p14:sldIdLst>
            <p14:sldId id="266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Модельный ряд" id="{12AE6E94-F3E6-4A9C-9B7F-052C81C4640D}">
          <p14:sldIdLst>
            <p14:sldId id="267"/>
          </p14:sldIdLst>
        </p14:section>
        <p14:section name="Производственные мощности" id="{D58D5109-E9EE-43DC-8EA9-F645D802887B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Итоги и прогнозы" id="{61564B09-EBF3-48CD-866C-D4C226535685}">
          <p14:sldIdLst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анан Бананов" userId="8c00b61ecf1452d9" providerId="LiveId" clId="{3A19CDC3-CA37-4BAD-A849-A6E535112352}"/>
    <pc:docChg chg="undo custSel addSld delSld modSld addSection modSection">
      <pc:chgData name="Банан Бананов" userId="8c00b61ecf1452d9" providerId="LiveId" clId="{3A19CDC3-CA37-4BAD-A849-A6E535112352}" dt="2025-11-16T22:32:27.933" v="68" actId="17846"/>
      <pc:docMkLst>
        <pc:docMk/>
      </pc:docMkLst>
      <pc:sldChg chg="addSp new mod">
        <pc:chgData name="Банан Бананов" userId="8c00b61ecf1452d9" providerId="LiveId" clId="{3A19CDC3-CA37-4BAD-A849-A6E535112352}" dt="2025-11-16T22:22:27" v="1" actId="22"/>
        <pc:sldMkLst>
          <pc:docMk/>
          <pc:sldMk cId="3582259416" sldId="256"/>
        </pc:sldMkLst>
        <pc:picChg chg="add">
          <ac:chgData name="Банан Бананов" userId="8c00b61ecf1452d9" providerId="LiveId" clId="{3A19CDC3-CA37-4BAD-A849-A6E535112352}" dt="2025-11-16T22:22:27" v="1" actId="22"/>
          <ac:picMkLst>
            <pc:docMk/>
            <pc:sldMk cId="3582259416" sldId="256"/>
            <ac:picMk id="5" creationId="{95B7144C-51FD-54B1-CA1C-22DB1CA5E8A1}"/>
          </ac:picMkLst>
        </pc:picChg>
      </pc:sldChg>
      <pc:sldChg chg="addSp delSp add mod">
        <pc:chgData name="Банан Бананов" userId="8c00b61ecf1452d9" providerId="LiveId" clId="{3A19CDC3-CA37-4BAD-A849-A6E535112352}" dt="2025-11-16T22:22:56.559" v="4" actId="22"/>
        <pc:sldMkLst>
          <pc:docMk/>
          <pc:sldMk cId="3391711473" sldId="257"/>
        </pc:sldMkLst>
        <pc:picChg chg="del">
          <ac:chgData name="Банан Бананов" userId="8c00b61ecf1452d9" providerId="LiveId" clId="{3A19CDC3-CA37-4BAD-A849-A6E535112352}" dt="2025-11-16T22:22:36.781" v="3" actId="21"/>
          <ac:picMkLst>
            <pc:docMk/>
            <pc:sldMk cId="3391711473" sldId="257"/>
            <ac:picMk id="5" creationId="{95B7144C-51FD-54B1-CA1C-22DB1CA5E8A1}"/>
          </ac:picMkLst>
        </pc:picChg>
        <pc:picChg chg="add">
          <ac:chgData name="Банан Бананов" userId="8c00b61ecf1452d9" providerId="LiveId" clId="{3A19CDC3-CA37-4BAD-A849-A6E535112352}" dt="2025-11-16T22:22:56.559" v="4" actId="22"/>
          <ac:picMkLst>
            <pc:docMk/>
            <pc:sldMk cId="3391711473" sldId="257"/>
            <ac:picMk id="6" creationId="{09370C3C-CF04-7120-B3A6-85A8F078E4A7}"/>
          </ac:picMkLst>
        </pc:picChg>
      </pc:sldChg>
      <pc:sldChg chg="addSp delSp add mod">
        <pc:chgData name="Банан Бананов" userId="8c00b61ecf1452d9" providerId="LiveId" clId="{3A19CDC3-CA37-4BAD-A849-A6E535112352}" dt="2025-11-16T22:23:25.874" v="7" actId="22"/>
        <pc:sldMkLst>
          <pc:docMk/>
          <pc:sldMk cId="2984864789" sldId="258"/>
        </pc:sldMkLst>
        <pc:picChg chg="add">
          <ac:chgData name="Банан Бананов" userId="8c00b61ecf1452d9" providerId="LiveId" clId="{3A19CDC3-CA37-4BAD-A849-A6E535112352}" dt="2025-11-16T22:23:25.874" v="7" actId="22"/>
          <ac:picMkLst>
            <pc:docMk/>
            <pc:sldMk cId="2984864789" sldId="258"/>
            <ac:picMk id="5" creationId="{C526CD42-0D60-21F7-B88D-6A401836C021}"/>
          </ac:picMkLst>
        </pc:picChg>
        <pc:picChg chg="del">
          <ac:chgData name="Банан Бананов" userId="8c00b61ecf1452d9" providerId="LiveId" clId="{3A19CDC3-CA37-4BAD-A849-A6E535112352}" dt="2025-11-16T22:23:09.293" v="6" actId="21"/>
          <ac:picMkLst>
            <pc:docMk/>
            <pc:sldMk cId="2984864789" sldId="258"/>
            <ac:picMk id="6" creationId="{09370C3C-CF04-7120-B3A6-85A8F078E4A7}"/>
          </ac:picMkLst>
        </pc:picChg>
      </pc:sldChg>
      <pc:sldChg chg="addSp delSp add mod">
        <pc:chgData name="Банан Бананов" userId="8c00b61ecf1452d9" providerId="LiveId" clId="{3A19CDC3-CA37-4BAD-A849-A6E535112352}" dt="2025-11-16T22:23:51.921" v="10" actId="22"/>
        <pc:sldMkLst>
          <pc:docMk/>
          <pc:sldMk cId="766010396" sldId="259"/>
        </pc:sldMkLst>
        <pc:picChg chg="del">
          <ac:chgData name="Банан Бананов" userId="8c00b61ecf1452d9" providerId="LiveId" clId="{3A19CDC3-CA37-4BAD-A849-A6E535112352}" dt="2025-11-16T22:23:35.389" v="9" actId="21"/>
          <ac:picMkLst>
            <pc:docMk/>
            <pc:sldMk cId="766010396" sldId="259"/>
            <ac:picMk id="5" creationId="{C526CD42-0D60-21F7-B88D-6A401836C021}"/>
          </ac:picMkLst>
        </pc:picChg>
        <pc:picChg chg="add">
          <ac:chgData name="Банан Бананов" userId="8c00b61ecf1452d9" providerId="LiveId" clId="{3A19CDC3-CA37-4BAD-A849-A6E535112352}" dt="2025-11-16T22:23:51.921" v="10" actId="22"/>
          <ac:picMkLst>
            <pc:docMk/>
            <pc:sldMk cId="766010396" sldId="259"/>
            <ac:picMk id="6" creationId="{543E491E-F74F-4469-FF5E-D26F3DEF4E4F}"/>
          </ac:picMkLst>
        </pc:picChg>
      </pc:sldChg>
      <pc:sldChg chg="addSp delSp add mod">
        <pc:chgData name="Банан Бананов" userId="8c00b61ecf1452d9" providerId="LiveId" clId="{3A19CDC3-CA37-4BAD-A849-A6E535112352}" dt="2025-11-16T22:24:17.957" v="13" actId="22"/>
        <pc:sldMkLst>
          <pc:docMk/>
          <pc:sldMk cId="467704904" sldId="260"/>
        </pc:sldMkLst>
        <pc:picChg chg="add">
          <ac:chgData name="Банан Бананов" userId="8c00b61ecf1452d9" providerId="LiveId" clId="{3A19CDC3-CA37-4BAD-A849-A6E535112352}" dt="2025-11-16T22:24:17.957" v="13" actId="22"/>
          <ac:picMkLst>
            <pc:docMk/>
            <pc:sldMk cId="467704904" sldId="260"/>
            <ac:picMk id="5" creationId="{F9751C4B-4312-64CF-0E7B-97F49AB3B7AA}"/>
          </ac:picMkLst>
        </pc:picChg>
        <pc:picChg chg="del">
          <ac:chgData name="Банан Бананов" userId="8c00b61ecf1452d9" providerId="LiveId" clId="{3A19CDC3-CA37-4BAD-A849-A6E535112352}" dt="2025-11-16T22:23:55.542" v="12" actId="21"/>
          <ac:picMkLst>
            <pc:docMk/>
            <pc:sldMk cId="467704904" sldId="260"/>
            <ac:picMk id="6" creationId="{543E491E-F74F-4469-FF5E-D26F3DEF4E4F}"/>
          </ac:picMkLst>
        </pc:picChg>
      </pc:sldChg>
      <pc:sldChg chg="addSp delSp add mod">
        <pc:chgData name="Банан Бананов" userId="8c00b61ecf1452d9" providerId="LiveId" clId="{3A19CDC3-CA37-4BAD-A849-A6E535112352}" dt="2025-11-16T22:24:34.635" v="16" actId="22"/>
        <pc:sldMkLst>
          <pc:docMk/>
          <pc:sldMk cId="3345574806" sldId="261"/>
        </pc:sldMkLst>
        <pc:picChg chg="del">
          <ac:chgData name="Банан Бананов" userId="8c00b61ecf1452d9" providerId="LiveId" clId="{3A19CDC3-CA37-4BAD-A849-A6E535112352}" dt="2025-11-16T22:24:21.087" v="15" actId="21"/>
          <ac:picMkLst>
            <pc:docMk/>
            <pc:sldMk cId="3345574806" sldId="261"/>
            <ac:picMk id="5" creationId="{F9751C4B-4312-64CF-0E7B-97F49AB3B7AA}"/>
          </ac:picMkLst>
        </pc:picChg>
        <pc:picChg chg="add">
          <ac:chgData name="Банан Бананов" userId="8c00b61ecf1452d9" providerId="LiveId" clId="{3A19CDC3-CA37-4BAD-A849-A6E535112352}" dt="2025-11-16T22:24:34.635" v="16" actId="22"/>
          <ac:picMkLst>
            <pc:docMk/>
            <pc:sldMk cId="3345574806" sldId="261"/>
            <ac:picMk id="6" creationId="{5B375DF7-DA78-0E70-068C-829544E3E736}"/>
          </ac:picMkLst>
        </pc:picChg>
      </pc:sldChg>
      <pc:sldChg chg="addSp delSp add mod">
        <pc:chgData name="Банан Бананов" userId="8c00b61ecf1452d9" providerId="LiveId" clId="{3A19CDC3-CA37-4BAD-A849-A6E535112352}" dt="2025-11-16T22:25:04.741" v="19" actId="22"/>
        <pc:sldMkLst>
          <pc:docMk/>
          <pc:sldMk cId="2032432371" sldId="262"/>
        </pc:sldMkLst>
        <pc:picChg chg="add">
          <ac:chgData name="Банан Бананов" userId="8c00b61ecf1452d9" providerId="LiveId" clId="{3A19CDC3-CA37-4BAD-A849-A6E535112352}" dt="2025-11-16T22:25:04.741" v="19" actId="22"/>
          <ac:picMkLst>
            <pc:docMk/>
            <pc:sldMk cId="2032432371" sldId="262"/>
            <ac:picMk id="5" creationId="{5E1F03BF-0BF8-4F0F-7C61-B6DA13FD63F4}"/>
          </ac:picMkLst>
        </pc:picChg>
        <pc:picChg chg="del">
          <ac:chgData name="Банан Бананов" userId="8c00b61ecf1452d9" providerId="LiveId" clId="{3A19CDC3-CA37-4BAD-A849-A6E535112352}" dt="2025-11-16T22:24:37.904" v="18" actId="21"/>
          <ac:picMkLst>
            <pc:docMk/>
            <pc:sldMk cId="2032432371" sldId="262"/>
            <ac:picMk id="6" creationId="{5B375DF7-DA78-0E70-068C-829544E3E736}"/>
          </ac:picMkLst>
        </pc:picChg>
      </pc:sldChg>
      <pc:sldChg chg="addSp delSp add mod">
        <pc:chgData name="Банан Бананов" userId="8c00b61ecf1452d9" providerId="LiveId" clId="{3A19CDC3-CA37-4BAD-A849-A6E535112352}" dt="2025-11-16T22:25:30.519" v="22" actId="22"/>
        <pc:sldMkLst>
          <pc:docMk/>
          <pc:sldMk cId="4212140568" sldId="263"/>
        </pc:sldMkLst>
        <pc:picChg chg="del">
          <ac:chgData name="Банан Бананов" userId="8c00b61ecf1452d9" providerId="LiveId" clId="{3A19CDC3-CA37-4BAD-A849-A6E535112352}" dt="2025-11-16T22:25:08.129" v="21" actId="21"/>
          <ac:picMkLst>
            <pc:docMk/>
            <pc:sldMk cId="4212140568" sldId="263"/>
            <ac:picMk id="5" creationId="{5E1F03BF-0BF8-4F0F-7C61-B6DA13FD63F4}"/>
          </ac:picMkLst>
        </pc:picChg>
        <pc:picChg chg="add">
          <ac:chgData name="Банан Бананов" userId="8c00b61ecf1452d9" providerId="LiveId" clId="{3A19CDC3-CA37-4BAD-A849-A6E535112352}" dt="2025-11-16T22:25:30.519" v="22" actId="22"/>
          <ac:picMkLst>
            <pc:docMk/>
            <pc:sldMk cId="4212140568" sldId="263"/>
            <ac:picMk id="6" creationId="{AE02B746-D110-9F3E-D36D-AF822BDA6D12}"/>
          </ac:picMkLst>
        </pc:picChg>
      </pc:sldChg>
      <pc:sldChg chg="addSp delSp add mod">
        <pc:chgData name="Банан Бананов" userId="8c00b61ecf1452d9" providerId="LiveId" clId="{3A19CDC3-CA37-4BAD-A849-A6E535112352}" dt="2025-11-16T22:25:48.203" v="25" actId="22"/>
        <pc:sldMkLst>
          <pc:docMk/>
          <pc:sldMk cId="3347298745" sldId="264"/>
        </pc:sldMkLst>
        <pc:picChg chg="add">
          <ac:chgData name="Банан Бананов" userId="8c00b61ecf1452d9" providerId="LiveId" clId="{3A19CDC3-CA37-4BAD-A849-A6E535112352}" dt="2025-11-16T22:25:48.203" v="25" actId="22"/>
          <ac:picMkLst>
            <pc:docMk/>
            <pc:sldMk cId="3347298745" sldId="264"/>
            <ac:picMk id="5" creationId="{414E54F9-6C5A-E62A-2A2D-976D6BBA2214}"/>
          </ac:picMkLst>
        </pc:picChg>
        <pc:picChg chg="del">
          <ac:chgData name="Банан Бананов" userId="8c00b61ecf1452d9" providerId="LiveId" clId="{3A19CDC3-CA37-4BAD-A849-A6E535112352}" dt="2025-11-16T22:25:34.803" v="24" actId="21"/>
          <ac:picMkLst>
            <pc:docMk/>
            <pc:sldMk cId="3347298745" sldId="264"/>
            <ac:picMk id="6" creationId="{AE02B746-D110-9F3E-D36D-AF822BDA6D12}"/>
          </ac:picMkLst>
        </pc:picChg>
      </pc:sldChg>
      <pc:sldChg chg="addSp delSp add mod">
        <pc:chgData name="Банан Бананов" userId="8c00b61ecf1452d9" providerId="LiveId" clId="{3A19CDC3-CA37-4BAD-A849-A6E535112352}" dt="2025-11-16T22:26:17.064" v="28" actId="22"/>
        <pc:sldMkLst>
          <pc:docMk/>
          <pc:sldMk cId="335622668" sldId="265"/>
        </pc:sldMkLst>
        <pc:picChg chg="del">
          <ac:chgData name="Банан Бананов" userId="8c00b61ecf1452d9" providerId="LiveId" clId="{3A19CDC3-CA37-4BAD-A849-A6E535112352}" dt="2025-11-16T22:25:52.342" v="27" actId="21"/>
          <ac:picMkLst>
            <pc:docMk/>
            <pc:sldMk cId="335622668" sldId="265"/>
            <ac:picMk id="5" creationId="{414E54F9-6C5A-E62A-2A2D-976D6BBA2214}"/>
          </ac:picMkLst>
        </pc:picChg>
        <pc:picChg chg="add">
          <ac:chgData name="Банан Бананов" userId="8c00b61ecf1452d9" providerId="LiveId" clId="{3A19CDC3-CA37-4BAD-A849-A6E535112352}" dt="2025-11-16T22:26:17.064" v="28" actId="22"/>
          <ac:picMkLst>
            <pc:docMk/>
            <pc:sldMk cId="335622668" sldId="265"/>
            <ac:picMk id="6" creationId="{1C8B6452-60B4-95B7-19B1-EF6C3DF9CDBC}"/>
          </ac:picMkLst>
        </pc:picChg>
      </pc:sldChg>
      <pc:sldChg chg="addSp new mod">
        <pc:chgData name="Банан Бананов" userId="8c00b61ecf1452d9" providerId="LiveId" clId="{3A19CDC3-CA37-4BAD-A849-A6E535112352}" dt="2025-11-16T22:26:45.911" v="30" actId="22"/>
        <pc:sldMkLst>
          <pc:docMk/>
          <pc:sldMk cId="2409132652" sldId="266"/>
        </pc:sldMkLst>
        <pc:picChg chg="add">
          <ac:chgData name="Банан Бананов" userId="8c00b61ecf1452d9" providerId="LiveId" clId="{3A19CDC3-CA37-4BAD-A849-A6E535112352}" dt="2025-11-16T22:26:45.911" v="30" actId="22"/>
          <ac:picMkLst>
            <pc:docMk/>
            <pc:sldMk cId="2409132652" sldId="266"/>
            <ac:picMk id="5" creationId="{D19F3FF3-BEBC-3CFC-0783-B07E1C002A7D}"/>
          </ac:picMkLst>
        </pc:picChg>
      </pc:sldChg>
      <pc:sldChg chg="addSp new mod">
        <pc:chgData name="Банан Бананов" userId="8c00b61ecf1452d9" providerId="LiveId" clId="{3A19CDC3-CA37-4BAD-A849-A6E535112352}" dt="2025-11-16T22:27:15.345" v="32" actId="22"/>
        <pc:sldMkLst>
          <pc:docMk/>
          <pc:sldMk cId="356017626" sldId="267"/>
        </pc:sldMkLst>
        <pc:picChg chg="add">
          <ac:chgData name="Банан Бананов" userId="8c00b61ecf1452d9" providerId="LiveId" clId="{3A19CDC3-CA37-4BAD-A849-A6E535112352}" dt="2025-11-16T22:27:15.345" v="32" actId="22"/>
          <ac:picMkLst>
            <pc:docMk/>
            <pc:sldMk cId="356017626" sldId="267"/>
            <ac:picMk id="5" creationId="{100CB3E0-7234-0C0F-648B-02A1EC061FF8}"/>
          </ac:picMkLst>
        </pc:picChg>
      </pc:sldChg>
      <pc:sldChg chg="addSp new mod">
        <pc:chgData name="Банан Бананов" userId="8c00b61ecf1452d9" providerId="LiveId" clId="{3A19CDC3-CA37-4BAD-A849-A6E535112352}" dt="2025-11-16T22:27:57.876" v="34" actId="22"/>
        <pc:sldMkLst>
          <pc:docMk/>
          <pc:sldMk cId="218775503" sldId="268"/>
        </pc:sldMkLst>
        <pc:picChg chg="add">
          <ac:chgData name="Банан Бананов" userId="8c00b61ecf1452d9" providerId="LiveId" clId="{3A19CDC3-CA37-4BAD-A849-A6E535112352}" dt="2025-11-16T22:27:57.876" v="34" actId="22"/>
          <ac:picMkLst>
            <pc:docMk/>
            <pc:sldMk cId="218775503" sldId="268"/>
            <ac:picMk id="5" creationId="{5ED5D54C-F5FC-0367-E805-9EC8D279AADF}"/>
          </ac:picMkLst>
        </pc:picChg>
      </pc:sldChg>
      <pc:sldChg chg="addSp new mod">
        <pc:chgData name="Банан Бананов" userId="8c00b61ecf1452d9" providerId="LiveId" clId="{3A19CDC3-CA37-4BAD-A849-A6E535112352}" dt="2025-11-16T22:28:15.138" v="36" actId="22"/>
        <pc:sldMkLst>
          <pc:docMk/>
          <pc:sldMk cId="414859319" sldId="269"/>
        </pc:sldMkLst>
        <pc:picChg chg="add">
          <ac:chgData name="Банан Бананов" userId="8c00b61ecf1452d9" providerId="LiveId" clId="{3A19CDC3-CA37-4BAD-A849-A6E535112352}" dt="2025-11-16T22:28:15.138" v="36" actId="22"/>
          <ac:picMkLst>
            <pc:docMk/>
            <pc:sldMk cId="414859319" sldId="269"/>
            <ac:picMk id="5" creationId="{1DFE92EF-7460-A0D2-0238-BF2BD3454714}"/>
          </ac:picMkLst>
        </pc:picChg>
      </pc:sldChg>
      <pc:sldChg chg="addSp new mod">
        <pc:chgData name="Банан Бананов" userId="8c00b61ecf1452d9" providerId="LiveId" clId="{3A19CDC3-CA37-4BAD-A849-A6E535112352}" dt="2025-11-16T22:28:30.874" v="38" actId="22"/>
        <pc:sldMkLst>
          <pc:docMk/>
          <pc:sldMk cId="3293262099" sldId="270"/>
        </pc:sldMkLst>
        <pc:picChg chg="add">
          <ac:chgData name="Банан Бананов" userId="8c00b61ecf1452d9" providerId="LiveId" clId="{3A19CDC3-CA37-4BAD-A849-A6E535112352}" dt="2025-11-16T22:28:30.874" v="38" actId="22"/>
          <ac:picMkLst>
            <pc:docMk/>
            <pc:sldMk cId="3293262099" sldId="270"/>
            <ac:picMk id="5" creationId="{2BC47961-AEC6-2783-E197-AEA1171B7FE3}"/>
          </ac:picMkLst>
        </pc:picChg>
      </pc:sldChg>
      <pc:sldChg chg="addSp new mod">
        <pc:chgData name="Банан Бананов" userId="8c00b61ecf1452d9" providerId="LiveId" clId="{3A19CDC3-CA37-4BAD-A849-A6E535112352}" dt="2025-11-16T22:28:45.382" v="40" actId="22"/>
        <pc:sldMkLst>
          <pc:docMk/>
          <pc:sldMk cId="229341027" sldId="271"/>
        </pc:sldMkLst>
        <pc:picChg chg="add">
          <ac:chgData name="Банан Бананов" userId="8c00b61ecf1452d9" providerId="LiveId" clId="{3A19CDC3-CA37-4BAD-A849-A6E535112352}" dt="2025-11-16T22:28:45.382" v="40" actId="22"/>
          <ac:picMkLst>
            <pc:docMk/>
            <pc:sldMk cId="229341027" sldId="271"/>
            <ac:picMk id="5" creationId="{9D033B6C-9AB5-DE45-85ED-B34C05E1BA92}"/>
          </ac:picMkLst>
        </pc:picChg>
      </pc:sldChg>
      <pc:sldChg chg="addSp new mod">
        <pc:chgData name="Банан Бананов" userId="8c00b61ecf1452d9" providerId="LiveId" clId="{3A19CDC3-CA37-4BAD-A849-A6E535112352}" dt="2025-11-16T22:28:58.127" v="42" actId="22"/>
        <pc:sldMkLst>
          <pc:docMk/>
          <pc:sldMk cId="2534194037" sldId="272"/>
        </pc:sldMkLst>
        <pc:picChg chg="add">
          <ac:chgData name="Банан Бананов" userId="8c00b61ecf1452d9" providerId="LiveId" clId="{3A19CDC3-CA37-4BAD-A849-A6E535112352}" dt="2025-11-16T22:28:58.127" v="42" actId="22"/>
          <ac:picMkLst>
            <pc:docMk/>
            <pc:sldMk cId="2534194037" sldId="272"/>
            <ac:picMk id="5" creationId="{DF38B205-E90B-34F8-5D9C-788405735086}"/>
          </ac:picMkLst>
        </pc:picChg>
      </pc:sldChg>
      <pc:sldChg chg="addSp new mod">
        <pc:chgData name="Банан Бананов" userId="8c00b61ecf1452d9" providerId="LiveId" clId="{3A19CDC3-CA37-4BAD-A849-A6E535112352}" dt="2025-11-16T22:29:10.914" v="44" actId="22"/>
        <pc:sldMkLst>
          <pc:docMk/>
          <pc:sldMk cId="3570930061" sldId="273"/>
        </pc:sldMkLst>
        <pc:picChg chg="add">
          <ac:chgData name="Банан Бананов" userId="8c00b61ecf1452d9" providerId="LiveId" clId="{3A19CDC3-CA37-4BAD-A849-A6E535112352}" dt="2025-11-16T22:29:10.914" v="44" actId="22"/>
          <ac:picMkLst>
            <pc:docMk/>
            <pc:sldMk cId="3570930061" sldId="273"/>
            <ac:picMk id="5" creationId="{2FB061D6-3D7C-1F06-A26B-25B67610D3CC}"/>
          </ac:picMkLst>
        </pc:picChg>
      </pc:sldChg>
      <pc:sldChg chg="addSp new mod">
        <pc:chgData name="Банан Бананов" userId="8c00b61ecf1452d9" providerId="LiveId" clId="{3A19CDC3-CA37-4BAD-A849-A6E535112352}" dt="2025-11-16T22:29:27.503" v="46" actId="22"/>
        <pc:sldMkLst>
          <pc:docMk/>
          <pc:sldMk cId="1348350085" sldId="274"/>
        </pc:sldMkLst>
        <pc:picChg chg="add">
          <ac:chgData name="Банан Бананов" userId="8c00b61ecf1452d9" providerId="LiveId" clId="{3A19CDC3-CA37-4BAD-A849-A6E535112352}" dt="2025-11-16T22:29:27.503" v="46" actId="22"/>
          <ac:picMkLst>
            <pc:docMk/>
            <pc:sldMk cId="1348350085" sldId="274"/>
            <ac:picMk id="5" creationId="{B59E5DE7-E06B-CAE1-BF4C-CBE069A44DE2}"/>
          </ac:picMkLst>
        </pc:picChg>
      </pc:sldChg>
      <pc:sldChg chg="addSp new mod">
        <pc:chgData name="Банан Бананов" userId="8c00b61ecf1452d9" providerId="LiveId" clId="{3A19CDC3-CA37-4BAD-A849-A6E535112352}" dt="2025-11-16T22:29:50.957" v="48" actId="22"/>
        <pc:sldMkLst>
          <pc:docMk/>
          <pc:sldMk cId="1358328091" sldId="275"/>
        </pc:sldMkLst>
        <pc:picChg chg="add">
          <ac:chgData name="Банан Бананов" userId="8c00b61ecf1452d9" providerId="LiveId" clId="{3A19CDC3-CA37-4BAD-A849-A6E535112352}" dt="2025-11-16T22:29:50.957" v="48" actId="22"/>
          <ac:picMkLst>
            <pc:docMk/>
            <pc:sldMk cId="1358328091" sldId="275"/>
            <ac:picMk id="5" creationId="{82124AEB-11C8-6616-E55D-65568DBEB82E}"/>
          </ac:picMkLst>
        </pc:picChg>
      </pc:sldChg>
      <pc:sldChg chg="addSp new mod">
        <pc:chgData name="Банан Бананов" userId="8c00b61ecf1452d9" providerId="LiveId" clId="{3A19CDC3-CA37-4BAD-A849-A6E535112352}" dt="2025-11-16T22:30:05.515" v="50" actId="22"/>
        <pc:sldMkLst>
          <pc:docMk/>
          <pc:sldMk cId="2003685181" sldId="276"/>
        </pc:sldMkLst>
        <pc:picChg chg="add">
          <ac:chgData name="Банан Бананов" userId="8c00b61ecf1452d9" providerId="LiveId" clId="{3A19CDC3-CA37-4BAD-A849-A6E535112352}" dt="2025-11-16T22:30:05.515" v="50" actId="22"/>
          <ac:picMkLst>
            <pc:docMk/>
            <pc:sldMk cId="2003685181" sldId="276"/>
            <ac:picMk id="5" creationId="{A69E8EB5-7E74-E6CB-1DC4-945206294E03}"/>
          </ac:picMkLst>
        </pc:picChg>
      </pc:sldChg>
      <pc:sldChg chg="addSp new mod">
        <pc:chgData name="Банан Бананов" userId="8c00b61ecf1452d9" providerId="LiveId" clId="{3A19CDC3-CA37-4BAD-A849-A6E535112352}" dt="2025-11-16T22:30:23.178" v="52" actId="22"/>
        <pc:sldMkLst>
          <pc:docMk/>
          <pc:sldMk cId="3217641034" sldId="277"/>
        </pc:sldMkLst>
        <pc:picChg chg="add">
          <ac:chgData name="Банан Бананов" userId="8c00b61ecf1452d9" providerId="LiveId" clId="{3A19CDC3-CA37-4BAD-A849-A6E535112352}" dt="2025-11-16T22:30:23.178" v="52" actId="22"/>
          <ac:picMkLst>
            <pc:docMk/>
            <pc:sldMk cId="3217641034" sldId="277"/>
            <ac:picMk id="5" creationId="{C0130FDC-C957-BDDD-3AE7-62B570831AEA}"/>
          </ac:picMkLst>
        </pc:picChg>
      </pc:sldChg>
      <pc:sldChg chg="addSp new mod">
        <pc:chgData name="Банан Бананов" userId="8c00b61ecf1452d9" providerId="LiveId" clId="{3A19CDC3-CA37-4BAD-A849-A6E535112352}" dt="2025-11-16T22:30:37.729" v="54" actId="22"/>
        <pc:sldMkLst>
          <pc:docMk/>
          <pc:sldMk cId="1154912726" sldId="278"/>
        </pc:sldMkLst>
        <pc:picChg chg="add">
          <ac:chgData name="Банан Бананов" userId="8c00b61ecf1452d9" providerId="LiveId" clId="{3A19CDC3-CA37-4BAD-A849-A6E535112352}" dt="2025-11-16T22:30:37.729" v="54" actId="22"/>
          <ac:picMkLst>
            <pc:docMk/>
            <pc:sldMk cId="1154912726" sldId="278"/>
            <ac:picMk id="5" creationId="{0BC58075-7737-B1EB-1FE6-DF3AD3E9AC78}"/>
          </ac:picMkLst>
        </pc:picChg>
      </pc:sldChg>
      <pc:sldChg chg="addSp new mod">
        <pc:chgData name="Банан Бананов" userId="8c00b61ecf1452d9" providerId="LiveId" clId="{3A19CDC3-CA37-4BAD-A849-A6E535112352}" dt="2025-11-16T22:31:13.068" v="56" actId="22"/>
        <pc:sldMkLst>
          <pc:docMk/>
          <pc:sldMk cId="1623519446" sldId="279"/>
        </pc:sldMkLst>
        <pc:picChg chg="add">
          <ac:chgData name="Банан Бананов" userId="8c00b61ecf1452d9" providerId="LiveId" clId="{3A19CDC3-CA37-4BAD-A849-A6E535112352}" dt="2025-11-16T22:31:13.068" v="56" actId="22"/>
          <ac:picMkLst>
            <pc:docMk/>
            <pc:sldMk cId="1623519446" sldId="279"/>
            <ac:picMk id="5" creationId="{30598030-5740-CCC0-8985-D1C6FA03D9B2}"/>
          </ac:picMkLst>
        </pc:picChg>
      </pc:sldChg>
      <pc:sldChg chg="new del">
        <pc:chgData name="Банан Бананов" userId="8c00b61ecf1452d9" providerId="LiveId" clId="{3A19CDC3-CA37-4BAD-A849-A6E535112352}" dt="2025-11-16T22:31:55.372" v="60" actId="680"/>
        <pc:sldMkLst>
          <pc:docMk/>
          <pc:sldMk cId="2201703146" sldId="280"/>
        </pc:sldMkLst>
      </pc:sldChg>
      <pc:sldChg chg="new del">
        <pc:chgData name="Банан Бананов" userId="8c00b61ecf1452d9" providerId="LiveId" clId="{3A19CDC3-CA37-4BAD-A849-A6E535112352}" dt="2025-11-16T22:32:21.773" v="66" actId="680"/>
        <pc:sldMkLst>
          <pc:docMk/>
          <pc:sldMk cId="2868255472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A6D48-098D-AEBA-7217-7A15DFD40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DBC9C4-0FD6-34F1-DE98-EA94F1CA2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26BB0-E645-0178-72A9-69A6F91D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B44E86-225A-6C59-4537-39EFED17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8FA37D-6291-9F43-46B1-31B13C6AE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74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98963-2DAC-8EB3-24E3-38C1666C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CEC7BC-8DE2-F0BA-97AC-E124C729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9CB3B9-161E-D487-66EB-1ECC2484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6B6962-4058-281C-0B79-995B9DDB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B0AD6E-3309-9232-8E76-4509FF21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67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7052A-A351-1041-8957-AA701AEA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698408-271B-FCA4-5ED6-348DDCAFD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0A81B-9CF7-2161-A426-7EDB98E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35A196-E61A-3B42-FBBD-A2ED1ABB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555910-F446-88A9-2DFA-A5C3A7DA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213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10C60-1C47-0F0A-6BA4-F4AA21B0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90AA33-7F93-080C-D27D-90172B616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7ADE00-0277-76D2-3DCB-8E7327529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54425D-0198-10A9-1AFA-BA5CAF5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3937B0-2C4F-921A-E0EB-3B0C262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B33DD5-3241-5672-308E-86B947C2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2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93963-61AE-AFE7-5A32-9856C30A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AF7AF6-A855-69D1-32C3-6B1E0CC18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28FBDD-98B5-F6ED-C420-66BDBAF3C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51E2AF-3F9D-C52B-D673-3A11DE4DD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50BC1E-F2A4-5917-5DF3-9F80F5369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F6BF13-12A1-4844-D693-21ED5583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2AAF0C-391B-94CE-C29E-12853376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4C6F68-D025-899E-D90E-76D5C555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89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35453-E975-F178-933B-BEE69135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43ADE2-110F-01E3-0F55-11CA5DA2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65A286-50DC-CB8A-04E3-D3250DFC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7AED4C-8FB6-7E30-ED9C-1CF76CF1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95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0F71BF-FA87-7446-88EA-7DF74CE4F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5E99D00-74B9-AD6D-324B-E973F5F0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A14D5C-CE23-A5B1-9FE3-89B8E2A1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4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21EE9-7844-1134-C07C-201E2A28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800974-3023-4263-6E17-394286B53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79458F-392A-00AB-829E-F4EAE390A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D1EA3C-B7E1-299A-92D1-CF61F0F8D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B8F49F-CF76-E52D-3065-DB105F3F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E2F96D-3CA6-CC22-4627-3F219567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906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5FF31-55F3-A735-72BB-8ACBA2D7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E98E82-DC09-ECFD-965A-703E93CBF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0B5711-A697-D884-398D-2973CB21A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D63FBE-E363-A1F6-3B05-51738711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1FF72A-CE78-0EB5-6A19-27C3BC0F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C71F77-4D77-F43C-DE15-CC37316BC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61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13E1D-9DA0-C0D5-33D0-7CA30466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36BDED-661E-3CA5-6C92-34ACC1AD6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7D2BC0-3E55-26F9-9188-32FF16C0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A3F2E6-F874-1A96-ECED-4F4F6FBE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F968CE-0B0E-EFFD-CF5B-F5BDFCE3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89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AE4B94-E0B1-3FE1-233A-050CA56B7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EAF9BB-DA7F-086B-832C-5C8675B43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4A6540-113F-A525-3CE7-3F6F169F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645177-C81B-C476-FF64-41781A308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65684D-B36A-EB7E-14FD-3EBB720D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1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4D5DF-8452-44CE-273E-435AA59F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EB80F7-EC2C-1BBB-8BBE-E330FFC58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721405-37E4-5D54-B072-6AFB55B9D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48AF2-6097-4979-826A-B7650BE3F60C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F01C5C-9807-61B9-27BF-B32BD2738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E3A0FE-EBA0-C356-DA15-920CDB26A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BF200-6C25-43E3-8605-EF6EF09AB5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28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18E59-B0DD-F987-402F-91F7033F4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F7C0EA-493A-1156-329E-83D32B734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9F3FF3-BEBC-3CFC-0783-B07E1C002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"/>
            <a:ext cx="12192000" cy="685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32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B7144C-51FD-54B1-CA1C-22DB1CA5E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" y="0"/>
            <a:ext cx="12188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5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370C3C-CF04-7120-B3A6-85A8F078E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1"/>
            <a:ext cx="12192000" cy="684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1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26CD42-0D60-21F7-B88D-6A401836C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"/>
            <a:ext cx="12192000" cy="68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6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3E491E-F74F-4469-FF5E-D26F3DEF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"/>
            <a:ext cx="12192000" cy="685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01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751C4B-4312-64CF-0E7B-97F49AB3B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9"/>
            <a:ext cx="12192000" cy="68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04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375DF7-DA78-0E70-068C-829544E3E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1"/>
            <a:ext cx="12192000" cy="684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7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1F03BF-0BF8-4F0F-7C61-B6DA13FD6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1"/>
            <a:ext cx="12192000" cy="684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3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02B746-D110-9F3E-D36D-AF822BDA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8"/>
            <a:ext cx="12192000" cy="682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40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4E54F9-6C5A-E62A-2A2D-976D6BBA2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8"/>
            <a:ext cx="12192000" cy="684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9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5EDEF-C571-3E4E-5B5E-B55163671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6637D3-9556-92A4-F7B1-85A33127C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8B6452-60B4-95B7-19B1-EF6C3DF9C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"/>
            <a:ext cx="12192000" cy="68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2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25A22-5931-0ECD-0152-99144A96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B5FF28-627E-D2F1-9085-E3BFE4CBC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0CB3E0-7234-0C0F-648B-02A1EC061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"/>
            <a:ext cx="12192000" cy="68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A688F-5F53-AA80-EBAF-8B05D723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AF1067-ACF2-E571-AFF5-31D36DCE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D5D54C-F5FC-0367-E805-9EC8D279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4"/>
            <a:ext cx="12192000" cy="68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5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7BF45-56B0-808E-EEF3-0F157B76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D116CF-035B-5986-B7F6-4A29816B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FE92EF-7460-A0D2-0238-BF2BD3454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6"/>
            <a:ext cx="12192000" cy="683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5B9A7-4CB6-2622-B038-B0294B1B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B16048-BEA8-B974-10B6-2A945BF61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C47961-AEC6-2783-E197-AEA1171B7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3"/>
            <a:ext cx="12192000" cy="684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62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053A2-A4CD-91DD-63A3-550E553E0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DA7891-087A-C1E9-3904-12E0A4688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033B6C-9AB5-DE45-85ED-B34C05E1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6"/>
            <a:ext cx="12192000" cy="683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1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B6C21-8B35-4AE8-023B-3912351C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EE9B9-46D1-B119-989A-7FEDB3102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F38B205-E90B-34F8-5D9C-78840573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"/>
            <a:ext cx="12192000" cy="685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94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BD898-B6BF-7DEC-42EC-0C78F1B4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0BF76-52DF-279D-D97F-344BB9080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B061D6-3D7C-1F06-A26B-25B67610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4"/>
            <a:ext cx="12192000" cy="684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30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1E655-857D-1EBF-3384-64DB4A42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1CC63A-EA78-D6FE-92A0-66147F8DE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9E5DE7-E06B-CAE1-BF4C-CBE069A44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42"/>
            <a:ext cx="12192000" cy="68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50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221E5-970E-5812-9146-EBDF07C8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376B3-70D1-52E2-5DBC-62215C7D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124AEB-11C8-6616-E55D-65568DBE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6"/>
            <a:ext cx="12192000" cy="684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28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9D0A8-6131-318A-BF01-CB06FFFA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F5DF38-EDEE-3D32-844A-CEFF399B5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9E8EB5-7E74-E6CB-1DC4-945206294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3"/>
            <a:ext cx="12192000" cy="684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85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2D249-CABB-A24A-A374-9055FEA4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B6683D-025E-4273-BC96-FF4603007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130FDC-C957-BDDD-3AE7-62B570831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9"/>
            <a:ext cx="12192000" cy="68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4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E3108-D0DA-8B54-EAF3-A2AADBF3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E76BC-FA9C-7E29-57A1-9E2EFA400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C58075-7737-B1EB-1FE6-DF3AD3E9A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" y="0"/>
            <a:ext cx="12186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12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0554D-C6F5-EBC2-F775-82C30645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197A9C-8282-4D2C-A0D3-6BD8E9318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598030-5740-CCC0-8985-D1C6FA03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1"/>
            <a:ext cx="12192000" cy="683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194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Широкоэкранный</PresentationFormat>
  <Paragraphs>0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Банан Бананов</dc:creator>
  <cp:lastModifiedBy>Банан Бананов</cp:lastModifiedBy>
  <cp:revision>1</cp:revision>
  <dcterms:created xsi:type="dcterms:W3CDTF">2025-11-16T22:09:10Z</dcterms:created>
  <dcterms:modified xsi:type="dcterms:W3CDTF">2025-11-16T22:32:31Z</dcterms:modified>
</cp:coreProperties>
</file>